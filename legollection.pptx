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52913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44445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13588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14290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1430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15330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18644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2156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8836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91287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92485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25803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6857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746957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845281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355443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68739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B7AAD4-BDAA-42C4-ACE8-2BC88DD79C51}" type="datetimeFigureOut">
              <a:rPr lang="fr-BE" smtClean="0"/>
              <a:t>16-04-26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87C360-3253-48AB-A032-1C485168269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995778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FA97B0-D63D-7BD1-2A47-B1112593FB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Lego’llection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D0A746B-F750-64EE-7092-F6EF68CC16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UE221 – Technologies Mobiles 1</a:t>
            </a:r>
          </a:p>
          <a:p>
            <a:r>
              <a:rPr lang="fr-BE" dirty="0"/>
              <a:t>BRISACK Bertrand &amp;</a:t>
            </a:r>
          </a:p>
          <a:p>
            <a:r>
              <a:rPr lang="fr-BE"/>
              <a:t>VALENZUELA Sebastian</a:t>
            </a:r>
          </a:p>
        </p:txBody>
      </p:sp>
    </p:spTree>
    <p:extLst>
      <p:ext uri="{BB962C8B-B14F-4D97-AF65-F5344CB8AC3E}">
        <p14:creationId xmlns:p14="http://schemas.microsoft.com/office/powerpoint/2010/main" val="1338702571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4</TotalTime>
  <Words>11</Words>
  <Application>Microsoft Office PowerPoint</Application>
  <PresentationFormat>Grand écran</PresentationFormat>
  <Paragraphs>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Trebuchet MS</vt:lpstr>
      <vt:lpstr>Berlin</vt:lpstr>
      <vt:lpstr>Lego’llection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Bertrand BRISACK la238814</dc:creator>
  <cp:lastModifiedBy>Bertrand BRISACK la238814</cp:lastModifiedBy>
  <cp:revision>1</cp:revision>
  <dcterms:created xsi:type="dcterms:W3CDTF">2026-04-16T06:30:28Z</dcterms:created>
  <dcterms:modified xsi:type="dcterms:W3CDTF">2026-04-16T06:35:09Z</dcterms:modified>
</cp:coreProperties>
</file>