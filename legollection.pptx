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45291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24444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1358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14290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114303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515330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31864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2156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88836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91287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92485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525803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886857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746957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84528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35544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6873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7AAD4-BDAA-42C4-ACE8-2BC88DD79C51}" type="datetimeFigureOut">
              <a:rPr lang="fr-BE" smtClean="0"/>
              <a:t>16-04-26</a:t>
            </a:fld>
            <a:endParaRPr lang="fr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7C360-3253-48AB-A032-1C4851682690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995778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9FA97B0-D63D-7BD1-2A47-B1112593FB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BE" dirty="0"/>
              <a:t>Lego’llection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D0A746B-F750-64EE-7092-F6EF68CC16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fr-BE" dirty="0"/>
              <a:t>UE221 – Technologies Mobiles 1</a:t>
            </a:r>
          </a:p>
          <a:p>
            <a:r>
              <a:rPr lang="fr-BE" dirty="0"/>
              <a:t>BRISACK Bertrand &amp;</a:t>
            </a:r>
          </a:p>
          <a:p>
            <a:r>
              <a:rPr lang="fr-BE" dirty="0"/>
              <a:t>VALENZUELA Sebastian</a:t>
            </a:r>
          </a:p>
        </p:txBody>
      </p:sp>
    </p:spTree>
    <p:extLst>
      <p:ext uri="{BB962C8B-B14F-4D97-AF65-F5344CB8AC3E}">
        <p14:creationId xmlns:p14="http://schemas.microsoft.com/office/powerpoint/2010/main" val="13387025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D6B59E-4E70-BA4F-6AC7-08F1FA751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Une passion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902126-EF6B-195F-8480-CB1EC11E9B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595751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8DF673-E653-EDA0-2CE2-97E71DD12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- Utilisateur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282B7567-CDA9-D96C-6BDD-EA016A9A7F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9589" y="3040703"/>
            <a:ext cx="5896798" cy="2191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05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D78DA-14EB-265E-88D1-0E49AB37D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AE14229-44A2-1D0C-2903-4834B7D77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- Catégorie</a:t>
            </a:r>
          </a:p>
        </p:txBody>
      </p:sp>
      <p:pic>
        <p:nvPicPr>
          <p:cNvPr id="9" name="Espace réservé du contenu 8">
            <a:extLst>
              <a:ext uri="{FF2B5EF4-FFF2-40B4-BE49-F238E27FC236}">
                <a16:creationId xmlns:a16="http://schemas.microsoft.com/office/drawing/2014/main" id="{B16A77F4-5AD0-007F-6693-620CA25CC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6747" y="3388414"/>
            <a:ext cx="5782482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01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FDBD51-F882-219B-A3C4-7A8A5EE54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0605750-4A36-BB85-3DF7-E82CBFD3E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- Site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273E401E-1515-D342-CA86-B0E689DFC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9115" y="2878756"/>
            <a:ext cx="5877745" cy="251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65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4DE91-2D84-6A27-DD27-F4C0C6CC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0FF5E1-7926-D0FB-8749-1F8CF07C5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– Local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3422AD43-CA5D-54C7-47F4-873A9BFDF5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68221" y="3207414"/>
            <a:ext cx="5439534" cy="1857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3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D569E1-CB0D-A6EB-44AA-C5ED966F0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7EC43CD-F2FA-3B85-18C3-DB30332F3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– Rangement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6BAC949E-0062-CC36-C76A-7048A9A85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3878" y="3193125"/>
            <a:ext cx="5868219" cy="18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78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024E2-C9DA-5E82-CA74-F6F47B4A2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33C3C5-83E2-3B9C-B76D-EB51551CA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– Niveau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A8D7E86D-EE23-1054-0DBB-D69A08C70D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9589" y="3212177"/>
            <a:ext cx="5896798" cy="1848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31123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F45A0-7DCC-7DC0-F511-9DF4C18D1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B52AAD-FC09-9C8B-BF28-FF86AC97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/>
              <a:t>Notre DB – Lego</a:t>
            </a: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497F756B-9E48-AE4F-D8B1-0854E67910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89375" y="2336800"/>
            <a:ext cx="5597226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401355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119</TotalTime>
  <Words>41</Words>
  <Application>Microsoft Office PowerPoint</Application>
  <PresentationFormat>Grand écran</PresentationFormat>
  <Paragraphs>12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Trebuchet MS</vt:lpstr>
      <vt:lpstr>Berlin</vt:lpstr>
      <vt:lpstr>Lego’llection</vt:lpstr>
      <vt:lpstr>Une passion</vt:lpstr>
      <vt:lpstr>Notre DB - Utilisateur</vt:lpstr>
      <vt:lpstr>Notre DB - Catégorie</vt:lpstr>
      <vt:lpstr>Notre DB - Site</vt:lpstr>
      <vt:lpstr>Notre DB – Local</vt:lpstr>
      <vt:lpstr>Notre DB – Rangement</vt:lpstr>
      <vt:lpstr>Notre DB – Niveau</vt:lpstr>
      <vt:lpstr>Notre DB – Lego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Bertrand BRISACK la238814</dc:creator>
  <cp:lastModifiedBy>Bertrand BRISACK la238814</cp:lastModifiedBy>
  <cp:revision>2</cp:revision>
  <dcterms:created xsi:type="dcterms:W3CDTF">2026-04-16T06:30:28Z</dcterms:created>
  <dcterms:modified xsi:type="dcterms:W3CDTF">2026-04-16T08:29:47Z</dcterms:modified>
</cp:coreProperties>
</file>